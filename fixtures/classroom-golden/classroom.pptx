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55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look at photosynthesis.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photosynthesis?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152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convert light energy into chemical energy.</a:t>
            </a:r>
            <a:endParaRPr lang="en-US" sz="1152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152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carbon dioxide and water.</a:t>
            </a:r>
            <a:endParaRPr lang="en-US" sz="1152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152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glucose and oxygen.</a:t>
            </a:r>
            <a:endParaRPr lang="en-US" sz="115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280160"/>
            <a:ext cx="1554480" cy="155448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303520" y="3017520"/>
          <a:ext cx="32918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548640" y="3840480"/>
                <a:ext cx="2926080" cy="548640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E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m</m:t>
                      </m:r>
                      <m:sSu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c</m:t>
                          </m:r>
                        </m:e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548640" y="3840480"/>
                <a:ext cx="2926080" cy="548640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1248"/>
            <a:ext cx="54864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8046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9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intensity lab</a:t>
            </a:r>
            <a:endParaRPr lang="en-US" sz="2592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6" dirty="0">
                <a:solidFill>
                  <a:srgbClr val="333333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page. Open it online or scan the QR code.</a:t>
            </a:r>
            <a:endParaRPr lang="en-US" sz="12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1248"/>
            <a:ext cx="54864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8046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9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2592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6" dirty="0">
                <a:solidFill>
                  <a:srgbClr val="333333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scene. Answers are not included in this deck.</a:t>
            </a:r>
            <a:endParaRPr lang="en-US" sz="1296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 2</a:t>
            </a:r>
            <a:endParaRPr lang="en-US" sz="1296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7680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288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Where in the cell does photosynthesis take place?</a:t>
            </a:r>
            <a:endParaRPr lang="en-US" sz="1152" dirty="0"/>
          </a:p>
          <a:p>
            <a:pPr indent="0" marL="0">
              <a:spcBef>
                <a:spcPts val="288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Which are inputs of photosynthesis? &lt;/script&gt;&lt;!-- not markup --&gt;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1248"/>
            <a:ext cx="54864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804672"/>
            <a:ext cx="7534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9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greenhouse</a:t>
            </a:r>
            <a:endParaRPr lang="en-US" sz="2592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6" dirty="0">
                <a:solidFill>
                  <a:srgbClr val="333333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activity with AI roles. Open it online or scan the QR code.</a:t>
            </a:r>
            <a:endParaRPr lang="en-US" sz="1296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Apply the limiting factors of photosynthesis to a real design.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731520" y="285292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2</a:t>
            </a:r>
            <a:endParaRPr lang="en-US" sz="1152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768096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144"/>
              </a:spcBef>
              <a:buNone/>
            </a:pPr>
            <a:r>
              <a:rPr lang="en-US" sz="1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Research limiting factors</a:t>
            </a:r>
            <a:endParaRPr lang="en-US" sz="1080" dirty="0"/>
          </a:p>
          <a:p>
            <a:pPr indent="0" marL="0">
              <a:spcBef>
                <a:spcPts val="144"/>
              </a:spcBef>
              <a:buNone/>
            </a:pPr>
            <a:r>
              <a:rPr lang="en-US" sz="10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Sketch the design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2026-10-30T16:19:42Z</dcterms:created>
  <dcterms:modified xsi:type="dcterms:W3CDTF">2026-10-30T16:19:42Z</dcterms:modified>
</cp:coreProperties>
</file>